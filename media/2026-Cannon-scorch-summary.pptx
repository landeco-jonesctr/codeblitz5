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669" r:id="rId2"/>
    <p:sldId id="257" r:id="rId3"/>
    <p:sldId id="680" r:id="rId4"/>
    <p:sldId id="682" r:id="rId5"/>
    <p:sldId id="683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ED4F0"/>
    <a:srgbClr val="0E1117"/>
    <a:srgbClr val="EE9D30"/>
    <a:srgbClr val="E1FFF8"/>
    <a:srgbClr val="0A223E"/>
    <a:srgbClr val="FFFFFF"/>
    <a:srgbClr val="722A03"/>
    <a:srgbClr val="F8F8F8"/>
    <a:srgbClr val="000000"/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22D740-1986-4CDF-8273-817347EF3746}" v="6" dt="2026-09-04T16:53:02.962"/>
    <p1510:client id="{8F6B80FF-6E4C-408F-821B-E94CDD3A7256}" v="4" dt="2026-09-04T16:03:39.0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ffery Cannon" userId="7a08f5e7-002e-43d7-90b1-9447a8885626" providerId="ADAL" clId="{C9EAA275-C935-4DC4-93C8-8F8620EF36C7}"/>
    <pc:docChg chg="undo custSel modSld sldOrd">
      <pc:chgData name="Jeffery Cannon" userId="7a08f5e7-002e-43d7-90b1-9447a8885626" providerId="ADAL" clId="{C9EAA275-C935-4DC4-93C8-8F8620EF36C7}" dt="2026-09-04T16:56:01.210" v="28" actId="1076"/>
      <pc:docMkLst>
        <pc:docMk/>
      </pc:docMkLst>
      <pc:sldChg chg="addSp modSp mod ord">
        <pc:chgData name="Jeffery Cannon" userId="7a08f5e7-002e-43d7-90b1-9447a8885626" providerId="ADAL" clId="{C9EAA275-C935-4DC4-93C8-8F8620EF36C7}" dt="2026-09-04T16:56:01.210" v="28" actId="1076"/>
        <pc:sldMkLst>
          <pc:docMk/>
          <pc:sldMk cId="4026005783" sldId="257"/>
        </pc:sldMkLst>
        <pc:picChg chg="add mod">
          <ac:chgData name="Jeffery Cannon" userId="7a08f5e7-002e-43d7-90b1-9447a8885626" providerId="ADAL" clId="{C9EAA275-C935-4DC4-93C8-8F8620EF36C7}" dt="2026-09-04T16:55:54.999" v="25" actId="14100"/>
          <ac:picMkLst>
            <pc:docMk/>
            <pc:sldMk cId="4026005783" sldId="257"/>
            <ac:picMk id="4" creationId="{D7EB07C9-3A20-2801-96FD-0202A29C0A94}"/>
          </ac:picMkLst>
        </pc:picChg>
        <pc:picChg chg="mod ord">
          <ac:chgData name="Jeffery Cannon" userId="7a08f5e7-002e-43d7-90b1-9447a8885626" providerId="ADAL" clId="{C9EAA275-C935-4DC4-93C8-8F8620EF36C7}" dt="2026-09-04T16:56:01.210" v="28" actId="1076"/>
          <ac:picMkLst>
            <pc:docMk/>
            <pc:sldMk cId="4026005783" sldId="257"/>
            <ac:picMk id="7" creationId="{F0E5DC09-4D25-3F7F-59E1-B15A8191E416}"/>
          </ac:picMkLst>
        </pc:picChg>
      </pc:sldChg>
      <pc:sldChg chg="addSp modSp mod modAnim">
        <pc:chgData name="Jeffery Cannon" userId="7a08f5e7-002e-43d7-90b1-9447a8885626" providerId="ADAL" clId="{C9EAA275-C935-4DC4-93C8-8F8620EF36C7}" dt="2026-09-04T16:53:10.656" v="19" actId="1076"/>
        <pc:sldMkLst>
          <pc:docMk/>
          <pc:sldMk cId="2455807335" sldId="669"/>
        </pc:sldMkLst>
        <pc:spChg chg="mod">
          <ac:chgData name="Jeffery Cannon" userId="7a08f5e7-002e-43d7-90b1-9447a8885626" providerId="ADAL" clId="{C9EAA275-C935-4DC4-93C8-8F8620EF36C7}" dt="2026-09-04T16:53:02.962" v="16" actId="1076"/>
          <ac:spMkLst>
            <pc:docMk/>
            <pc:sldMk cId="2455807335" sldId="669"/>
            <ac:spMk id="2" creationId="{F7F7066A-794F-B289-0C5D-82EB5727A8BF}"/>
          </ac:spMkLst>
        </pc:spChg>
        <pc:spChg chg="mod">
          <ac:chgData name="Jeffery Cannon" userId="7a08f5e7-002e-43d7-90b1-9447a8885626" providerId="ADAL" clId="{C9EAA275-C935-4DC4-93C8-8F8620EF36C7}" dt="2026-09-04T16:53:02.962" v="16" actId="1076"/>
          <ac:spMkLst>
            <pc:docMk/>
            <pc:sldMk cId="2455807335" sldId="669"/>
            <ac:spMk id="4" creationId="{33F5A6D9-9E6A-5EAB-056E-B716027BF193}"/>
          </ac:spMkLst>
        </pc:spChg>
        <pc:spChg chg="mod">
          <ac:chgData name="Jeffery Cannon" userId="7a08f5e7-002e-43d7-90b1-9447a8885626" providerId="ADAL" clId="{C9EAA275-C935-4DC4-93C8-8F8620EF36C7}" dt="2026-09-04T16:52:40.436" v="8" actId="1076"/>
          <ac:spMkLst>
            <pc:docMk/>
            <pc:sldMk cId="2455807335" sldId="669"/>
            <ac:spMk id="7" creationId="{5740CBEB-7985-B663-45B8-CFF538657DD5}"/>
          </ac:spMkLst>
        </pc:spChg>
        <pc:spChg chg="add mod">
          <ac:chgData name="Jeffery Cannon" userId="7a08f5e7-002e-43d7-90b1-9447a8885626" providerId="ADAL" clId="{C9EAA275-C935-4DC4-93C8-8F8620EF36C7}" dt="2026-09-04T16:52:40.436" v="8" actId="1076"/>
          <ac:spMkLst>
            <pc:docMk/>
            <pc:sldMk cId="2455807335" sldId="669"/>
            <ac:spMk id="12" creationId="{B89DA5B1-0050-DF02-495A-682953F67E10}"/>
          </ac:spMkLst>
        </pc:spChg>
        <pc:spChg chg="mod">
          <ac:chgData name="Jeffery Cannon" userId="7a08f5e7-002e-43d7-90b1-9447a8885626" providerId="ADAL" clId="{C9EAA275-C935-4DC4-93C8-8F8620EF36C7}" dt="2026-09-04T16:53:02.962" v="16" actId="1076"/>
          <ac:spMkLst>
            <pc:docMk/>
            <pc:sldMk cId="2455807335" sldId="669"/>
            <ac:spMk id="13" creationId="{624116D0-1036-A082-DAF6-ED6A15BB89E4}"/>
          </ac:spMkLst>
        </pc:spChg>
        <pc:grpChg chg="add mod">
          <ac:chgData name="Jeffery Cannon" userId="7a08f5e7-002e-43d7-90b1-9447a8885626" providerId="ADAL" clId="{C9EAA275-C935-4DC4-93C8-8F8620EF36C7}" dt="2026-09-04T16:52:40.436" v="8" actId="1076"/>
          <ac:grpSpMkLst>
            <pc:docMk/>
            <pc:sldMk cId="2455807335" sldId="669"/>
            <ac:grpSpMk id="15" creationId="{8F9DE23E-7F83-EDF7-04DB-A421E28AC1DB}"/>
          </ac:grpSpMkLst>
        </pc:grpChg>
        <pc:grpChg chg="add mod">
          <ac:chgData name="Jeffery Cannon" userId="7a08f5e7-002e-43d7-90b1-9447a8885626" providerId="ADAL" clId="{C9EAA275-C935-4DC4-93C8-8F8620EF36C7}" dt="2026-09-04T16:53:02.962" v="16" actId="1076"/>
          <ac:grpSpMkLst>
            <pc:docMk/>
            <pc:sldMk cId="2455807335" sldId="669"/>
            <ac:grpSpMk id="16" creationId="{A78155B2-EDB5-D255-AC28-CCD304D7DE47}"/>
          </ac:grpSpMkLst>
        </pc:grpChg>
        <pc:picChg chg="mod">
          <ac:chgData name="Jeffery Cannon" userId="7a08f5e7-002e-43d7-90b1-9447a8885626" providerId="ADAL" clId="{C9EAA275-C935-4DC4-93C8-8F8620EF36C7}" dt="2026-09-04T16:52:40.436" v="8" actId="1076"/>
          <ac:picMkLst>
            <pc:docMk/>
            <pc:sldMk cId="2455807335" sldId="669"/>
            <ac:picMk id="3" creationId="{25917781-4D5D-3843-62F5-B92D1A913106}"/>
          </ac:picMkLst>
        </pc:picChg>
        <pc:picChg chg="mod">
          <ac:chgData name="Jeffery Cannon" userId="7a08f5e7-002e-43d7-90b1-9447a8885626" providerId="ADAL" clId="{C9EAA275-C935-4DC4-93C8-8F8620EF36C7}" dt="2026-09-04T16:52:40.436" v="8" actId="1076"/>
          <ac:picMkLst>
            <pc:docMk/>
            <pc:sldMk cId="2455807335" sldId="669"/>
            <ac:picMk id="5" creationId="{6ACCA611-7B03-0C62-1053-E389C6CAD7BD}"/>
          </ac:picMkLst>
        </pc:picChg>
        <pc:picChg chg="mod">
          <ac:chgData name="Jeffery Cannon" userId="7a08f5e7-002e-43d7-90b1-9447a8885626" providerId="ADAL" clId="{C9EAA275-C935-4DC4-93C8-8F8620EF36C7}" dt="2026-09-04T16:53:02.962" v="16" actId="1076"/>
          <ac:picMkLst>
            <pc:docMk/>
            <pc:sldMk cId="2455807335" sldId="669"/>
            <ac:picMk id="10" creationId="{87AC3AF1-972C-41FB-A546-8FA829D0E11E}"/>
          </ac:picMkLst>
        </pc:picChg>
        <pc:picChg chg="mod">
          <ac:chgData name="Jeffery Cannon" userId="7a08f5e7-002e-43d7-90b1-9447a8885626" providerId="ADAL" clId="{C9EAA275-C935-4DC4-93C8-8F8620EF36C7}" dt="2026-09-04T16:53:10.656" v="19" actId="1076"/>
          <ac:picMkLst>
            <pc:docMk/>
            <pc:sldMk cId="2455807335" sldId="669"/>
            <ac:picMk id="14" creationId="{3837513D-F55F-4BA6-0864-603DE3C4EB8B}"/>
          </ac:picMkLst>
        </pc:picChg>
        <pc:picChg chg="mod">
          <ac:chgData name="Jeffery Cannon" userId="7a08f5e7-002e-43d7-90b1-9447a8885626" providerId="ADAL" clId="{C9EAA275-C935-4DC4-93C8-8F8620EF36C7}" dt="2026-09-04T16:53:02.962" v="16" actId="1076"/>
          <ac:picMkLst>
            <pc:docMk/>
            <pc:sldMk cId="2455807335" sldId="669"/>
            <ac:picMk id="1026" creationId="{ED6F3624-ABE5-9786-A940-4442950B02D7}"/>
          </ac:picMkLst>
        </pc:picChg>
      </pc:sldChg>
      <pc:sldChg chg="addSp modSp modAnim">
        <pc:chgData name="Jeffery Cannon" userId="7a08f5e7-002e-43d7-90b1-9447a8885626" providerId="ADAL" clId="{C9EAA275-C935-4DC4-93C8-8F8620EF36C7}" dt="2026-09-04T16:01:38.875" v="2" actId="164"/>
        <pc:sldMkLst>
          <pc:docMk/>
          <pc:sldMk cId="948037194" sldId="680"/>
        </pc:sldMkLst>
        <pc:grpChg chg="add mod">
          <ac:chgData name="Jeffery Cannon" userId="7a08f5e7-002e-43d7-90b1-9447a8885626" providerId="ADAL" clId="{C9EAA275-C935-4DC4-93C8-8F8620EF36C7}" dt="2026-09-04T16:01:38.875" v="2" actId="164"/>
          <ac:grpSpMkLst>
            <pc:docMk/>
            <pc:sldMk cId="948037194" sldId="680"/>
            <ac:grpSpMk id="9" creationId="{F4699181-C7B8-F284-921C-9B59AD9F8774}"/>
          </ac:grpSpMkLst>
        </pc:grpChg>
        <pc:grpChg chg="add mod">
          <ac:chgData name="Jeffery Cannon" userId="7a08f5e7-002e-43d7-90b1-9447a8885626" providerId="ADAL" clId="{C9EAA275-C935-4DC4-93C8-8F8620EF36C7}" dt="2026-09-04T16:01:38.875" v="2" actId="164"/>
          <ac:grpSpMkLst>
            <pc:docMk/>
            <pc:sldMk cId="948037194" sldId="680"/>
            <ac:grpSpMk id="10" creationId="{B91AE13F-F280-5B97-90D7-1A6E5126D1E3}"/>
          </ac:grpSpMkLst>
        </pc:grpChg>
        <pc:picChg chg="mod">
          <ac:chgData name="Jeffery Cannon" userId="7a08f5e7-002e-43d7-90b1-9447a8885626" providerId="ADAL" clId="{C9EAA275-C935-4DC4-93C8-8F8620EF36C7}" dt="2026-09-04T16:01:38.875" v="2" actId="164"/>
          <ac:picMkLst>
            <pc:docMk/>
            <pc:sldMk cId="948037194" sldId="680"/>
            <ac:picMk id="2" creationId="{EAA30844-0EA5-7438-DB9C-6688AC7DF227}"/>
          </ac:picMkLst>
        </pc:picChg>
        <pc:picChg chg="mod">
          <ac:chgData name="Jeffery Cannon" userId="7a08f5e7-002e-43d7-90b1-9447a8885626" providerId="ADAL" clId="{C9EAA275-C935-4DC4-93C8-8F8620EF36C7}" dt="2026-09-04T16:01:23.199" v="1" actId="164"/>
          <ac:picMkLst>
            <pc:docMk/>
            <pc:sldMk cId="948037194" sldId="680"/>
            <ac:picMk id="5" creationId="{35FC324F-C20E-C0CB-B99B-B55B054199C1}"/>
          </ac:picMkLst>
        </pc:picChg>
        <pc:picChg chg="mod">
          <ac:chgData name="Jeffery Cannon" userId="7a08f5e7-002e-43d7-90b1-9447a8885626" providerId="ADAL" clId="{C9EAA275-C935-4DC4-93C8-8F8620EF36C7}" dt="2026-09-04T16:01:23.199" v="1" actId="164"/>
          <ac:picMkLst>
            <pc:docMk/>
            <pc:sldMk cId="948037194" sldId="680"/>
            <ac:picMk id="6" creationId="{667766AB-AD38-B5D0-79BF-A570CDDDF479}"/>
          </ac:picMkLst>
        </pc:picChg>
        <pc:picChg chg="mod">
          <ac:chgData name="Jeffery Cannon" userId="7a08f5e7-002e-43d7-90b1-9447a8885626" providerId="ADAL" clId="{C9EAA275-C935-4DC4-93C8-8F8620EF36C7}" dt="2026-09-04T16:01:23.199" v="1" actId="164"/>
          <ac:picMkLst>
            <pc:docMk/>
            <pc:sldMk cId="948037194" sldId="680"/>
            <ac:picMk id="8" creationId="{B8822C8A-966A-38BD-733C-4374DCF3BAB1}"/>
          </ac:picMkLst>
        </pc:picChg>
      </pc:sldChg>
      <pc:sldChg chg="addSp delSp modSp modAnim">
        <pc:chgData name="Jeffery Cannon" userId="7a08f5e7-002e-43d7-90b1-9447a8885626" providerId="ADAL" clId="{C9EAA275-C935-4DC4-93C8-8F8620EF36C7}" dt="2026-09-04T16:03:39.017" v="4" actId="478"/>
        <pc:sldMkLst>
          <pc:docMk/>
          <pc:sldMk cId="879343592" sldId="682"/>
        </pc:sldMkLst>
        <pc:spChg chg="add mod">
          <ac:chgData name="Jeffery Cannon" userId="7a08f5e7-002e-43d7-90b1-9447a8885626" providerId="ADAL" clId="{C9EAA275-C935-4DC4-93C8-8F8620EF36C7}" dt="2026-09-04T16:03:21.964" v="3" actId="767"/>
          <ac:spMkLst>
            <pc:docMk/>
            <pc:sldMk cId="879343592" sldId="682"/>
            <ac:spMk id="10" creationId="{965C0FA8-7468-070B-5CF4-BEE2C40EA216}"/>
          </ac:spMkLst>
        </pc:spChg>
        <pc:spChg chg="del">
          <ac:chgData name="Jeffery Cannon" userId="7a08f5e7-002e-43d7-90b1-9447a8885626" providerId="ADAL" clId="{C9EAA275-C935-4DC4-93C8-8F8620EF36C7}" dt="2026-09-04T16:03:39.017" v="4" actId="478"/>
          <ac:spMkLst>
            <pc:docMk/>
            <pc:sldMk cId="879343592" sldId="682"/>
            <ac:spMk id="28" creationId="{C93D9739-46F7-0DDB-0F04-02FB947C0161}"/>
          </ac:spMkLst>
        </pc:spChg>
        <pc:spChg chg="del">
          <ac:chgData name="Jeffery Cannon" userId="7a08f5e7-002e-43d7-90b1-9447a8885626" providerId="ADAL" clId="{C9EAA275-C935-4DC4-93C8-8F8620EF36C7}" dt="2026-09-04T16:03:39.017" v="4" actId="478"/>
          <ac:spMkLst>
            <pc:docMk/>
            <pc:sldMk cId="879343592" sldId="682"/>
            <ac:spMk id="30" creationId="{C31F2CBE-F68D-D658-19DD-09A5AB844FFA}"/>
          </ac:spMkLst>
        </pc:spChg>
        <pc:picChg chg="del">
          <ac:chgData name="Jeffery Cannon" userId="7a08f5e7-002e-43d7-90b1-9447a8885626" providerId="ADAL" clId="{C9EAA275-C935-4DC4-93C8-8F8620EF36C7}" dt="2026-09-04T16:03:39.017" v="4" actId="478"/>
          <ac:picMkLst>
            <pc:docMk/>
            <pc:sldMk cId="879343592" sldId="682"/>
            <ac:picMk id="1026" creationId="{2F4EAD4B-03C9-C36F-2BA5-71AEF22374D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793F21-9F75-4F0A-A7B8-81594F7E07D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CE53CF-50F2-43F4-958D-167054315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92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4CD75-E999-A01D-AF0D-C73464359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D408F7-9EEC-014C-1804-F33E1AAE03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9683F4-81F6-27B2-3C63-C8AB9C5AB4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8018E-2BFA-3B34-07F1-D348E9C9D6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CE53CF-50F2-43F4-958D-167054315D5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055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7A0D7-FF09-40F5-8EBF-88CC50731E1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1C5FA-2496-475C-837F-53173F716A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550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7A0D7-FF09-40F5-8EBF-88CC50731E1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1C5FA-2496-475C-837F-53173F716A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085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7A0D7-FF09-40F5-8EBF-88CC50731E1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1C5FA-2496-475C-837F-53173F716A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526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7A0D7-FF09-40F5-8EBF-88CC50731E1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1C5FA-2496-475C-837F-53173F716A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639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7A0D7-FF09-40F5-8EBF-88CC50731E1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1C5FA-2496-475C-837F-53173F716A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190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7A0D7-FF09-40F5-8EBF-88CC50731E1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1C5FA-2496-475C-837F-53173F716A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756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7A0D7-FF09-40F5-8EBF-88CC50731E1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1C5FA-2496-475C-837F-53173F716A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060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7A0D7-FF09-40F5-8EBF-88CC50731E1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1C5FA-2496-475C-837F-53173F716A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173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7A0D7-FF09-40F5-8EBF-88CC50731E1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1C5FA-2496-475C-837F-53173F716A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911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7A0D7-FF09-40F5-8EBF-88CC50731E1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1C5FA-2496-475C-837F-53173F716A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972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7A0D7-FF09-40F5-8EBF-88CC50731E1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1C5FA-2496-475C-837F-53173F716A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620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97A0D7-FF09-40F5-8EBF-88CC50731E1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21C5FA-2496-475C-837F-53173F716A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424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jpeg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356FA-B951-183F-AA02-306C7551E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tall tree with green leaves&#10;&#10;Description automatically generated">
            <a:extLst>
              <a:ext uri="{FF2B5EF4-FFF2-40B4-BE49-F238E27FC236}">
                <a16:creationId xmlns:a16="http://schemas.microsoft.com/office/drawing/2014/main" id="{171CE7AB-1468-63F2-25CA-F78FF4040E5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7359" y="-454331"/>
            <a:ext cx="5124598" cy="1268567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1031DE5-3B39-7A64-4AFA-16E35A341B80}"/>
              </a:ext>
            </a:extLst>
          </p:cNvPr>
          <p:cNvSpPr txBox="1"/>
          <p:nvPr/>
        </p:nvSpPr>
        <p:spPr>
          <a:xfrm>
            <a:off x="7346814" y="90631"/>
            <a:ext cx="470782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800" dirty="0"/>
              <a:t>Range and Incidence Angle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Physical properties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Chemical properties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837513D-F55F-4BA6-0864-603DE3C4EB8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08056" y="4136253"/>
            <a:ext cx="2481805" cy="2481805"/>
          </a:xfrm>
          <a:prstGeom prst="ellipse">
            <a:avLst/>
          </a:prstGeom>
          <a:ln w="63500" cap="rnd">
            <a:solidFill>
              <a:schemeClr val="bg1">
                <a:lumMod val="85000"/>
              </a:schemeClr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A78155B2-EDB5-D255-AC28-CCD304D7DE47}"/>
              </a:ext>
            </a:extLst>
          </p:cNvPr>
          <p:cNvGrpSpPr/>
          <p:nvPr/>
        </p:nvGrpSpPr>
        <p:grpSpPr>
          <a:xfrm>
            <a:off x="3362194" y="4004945"/>
            <a:ext cx="6427974" cy="2581274"/>
            <a:chOff x="4232487" y="3835314"/>
            <a:chExt cx="6427974" cy="2581274"/>
          </a:xfrm>
        </p:grpSpPr>
        <p:pic>
          <p:nvPicPr>
            <p:cNvPr id="1026" name="Picture 2" descr="124,900+ Pine Needles Stock Photos, Pictures &amp; Royalty-Free Images - iStock  | Pine needles on white, Pine needles background, Pine needles isolated">
              <a:extLst>
                <a:ext uri="{FF2B5EF4-FFF2-40B4-BE49-F238E27FC236}">
                  <a16:creationId xmlns:a16="http://schemas.microsoft.com/office/drawing/2014/main" id="{ED6F3624-ABE5-9786-A940-4442950B02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email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rot="12506235">
              <a:off x="4609276" y="4391970"/>
              <a:ext cx="3662975" cy="19092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4" descr="Riegl VZ-400i Scanner">
              <a:extLst>
                <a:ext uri="{FF2B5EF4-FFF2-40B4-BE49-F238E27FC236}">
                  <a16:creationId xmlns:a16="http://schemas.microsoft.com/office/drawing/2014/main" id="{87AC3AF1-972C-41FB-A546-8FA829D0E1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email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068687" y="3835314"/>
              <a:ext cx="2591774" cy="25812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624116D0-1036-A082-DAF6-ED6A15BB89E4}"/>
                </a:ext>
              </a:extLst>
            </p:cNvPr>
            <p:cNvSpPr/>
            <p:nvPr/>
          </p:nvSpPr>
          <p:spPr>
            <a:xfrm rot="4911591">
              <a:off x="5309641" y="4704966"/>
              <a:ext cx="148281" cy="2302590"/>
            </a:xfrm>
            <a:prstGeom prst="triangle">
              <a:avLst/>
            </a:prstGeom>
            <a:solidFill>
              <a:srgbClr val="C00000">
                <a:alpha val="12157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Isosceles Triangle 1">
              <a:extLst>
                <a:ext uri="{FF2B5EF4-FFF2-40B4-BE49-F238E27FC236}">
                  <a16:creationId xmlns:a16="http://schemas.microsoft.com/office/drawing/2014/main" id="{F7F7066A-794F-B289-0C5D-82EB5727A8BF}"/>
                </a:ext>
              </a:extLst>
            </p:cNvPr>
            <p:cNvSpPr/>
            <p:nvPr/>
          </p:nvSpPr>
          <p:spPr>
            <a:xfrm rot="4911591">
              <a:off x="7803454" y="4251478"/>
              <a:ext cx="213782" cy="2302590"/>
            </a:xfrm>
            <a:prstGeom prst="triangle">
              <a:avLst/>
            </a:prstGeom>
            <a:solidFill>
              <a:srgbClr val="C00000">
                <a:alpha val="45882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Isosceles Triangle 3">
              <a:extLst>
                <a:ext uri="{FF2B5EF4-FFF2-40B4-BE49-F238E27FC236}">
                  <a16:creationId xmlns:a16="http://schemas.microsoft.com/office/drawing/2014/main" id="{33F5A6D9-9E6A-5EAB-056E-B716027BF193}"/>
                </a:ext>
              </a:extLst>
            </p:cNvPr>
            <p:cNvSpPr/>
            <p:nvPr/>
          </p:nvSpPr>
          <p:spPr>
            <a:xfrm rot="15306912">
              <a:off x="7859897" y="3961353"/>
              <a:ext cx="188429" cy="2345176"/>
            </a:xfrm>
            <a:prstGeom prst="triangle">
              <a:avLst/>
            </a:prstGeom>
            <a:solidFill>
              <a:srgbClr val="C00000">
                <a:alpha val="12157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0E76FBC-7C42-4DCA-97F4-108BE97FC677}"/>
              </a:ext>
            </a:extLst>
          </p:cNvPr>
          <p:cNvSpPr txBox="1"/>
          <p:nvPr/>
        </p:nvSpPr>
        <p:spPr>
          <a:xfrm>
            <a:off x="0" y="6581001"/>
            <a:ext cx="2265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Cannon et al. 2025 </a:t>
            </a:r>
            <a:r>
              <a:rPr lang="en-US" sz="1200" i="1" dirty="0"/>
              <a:t>Fire Ecology</a:t>
            </a:r>
            <a:endParaRPr lang="en-US" sz="12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F9DE23E-7F83-EDF7-04DB-A421E28AC1DB}"/>
              </a:ext>
            </a:extLst>
          </p:cNvPr>
          <p:cNvGrpSpPr/>
          <p:nvPr/>
        </p:nvGrpSpPr>
        <p:grpSpPr>
          <a:xfrm>
            <a:off x="6930045" y="1123556"/>
            <a:ext cx="5743359" cy="2581274"/>
            <a:chOff x="4882477" y="1264785"/>
            <a:chExt cx="5743359" cy="2581274"/>
          </a:xfrm>
        </p:grpSpPr>
        <p:pic>
          <p:nvPicPr>
            <p:cNvPr id="5" name="Picture 4" descr="Longleaf Pine (Pinus palustris)">
              <a:extLst>
                <a:ext uri="{FF2B5EF4-FFF2-40B4-BE49-F238E27FC236}">
                  <a16:creationId xmlns:a16="http://schemas.microsoft.com/office/drawing/2014/main" id="{6ACCA611-7B03-0C62-1053-E389C6CAD7B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2477" y="1434453"/>
              <a:ext cx="2843818" cy="2280298"/>
            </a:xfrm>
            <a:prstGeom prst="ellipse">
              <a:avLst/>
            </a:prstGeom>
            <a:ln w="63500" cap="rnd">
              <a:noFill/>
            </a:ln>
            <a:effectLst/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4" descr="Riegl VZ-400i Scanner">
              <a:extLst>
                <a:ext uri="{FF2B5EF4-FFF2-40B4-BE49-F238E27FC236}">
                  <a16:creationId xmlns:a16="http://schemas.microsoft.com/office/drawing/2014/main" id="{25917781-4D5D-3843-62F5-B92D1A9131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email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034062" y="1264785"/>
              <a:ext cx="2591774" cy="25812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Isosceles Triangle 6">
              <a:extLst>
                <a:ext uri="{FF2B5EF4-FFF2-40B4-BE49-F238E27FC236}">
                  <a16:creationId xmlns:a16="http://schemas.microsoft.com/office/drawing/2014/main" id="{5740CBEB-7985-B663-45B8-CFF538657DD5}"/>
                </a:ext>
              </a:extLst>
            </p:cNvPr>
            <p:cNvSpPr/>
            <p:nvPr/>
          </p:nvSpPr>
          <p:spPr>
            <a:xfrm rot="15306912">
              <a:off x="7945873" y="1353082"/>
              <a:ext cx="270194" cy="2345176"/>
            </a:xfrm>
            <a:prstGeom prst="triangle">
              <a:avLst/>
            </a:prstGeom>
            <a:solidFill>
              <a:srgbClr val="C00000">
                <a:alpha val="45098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B89DA5B1-0050-DF02-495A-682953F67E10}"/>
                </a:ext>
              </a:extLst>
            </p:cNvPr>
            <p:cNvSpPr/>
            <p:nvPr/>
          </p:nvSpPr>
          <p:spPr>
            <a:xfrm rot="4314061">
              <a:off x="8098273" y="1505482"/>
              <a:ext cx="270194" cy="2345176"/>
            </a:xfrm>
            <a:prstGeom prst="triangle">
              <a:avLst/>
            </a:prstGeom>
            <a:solidFill>
              <a:srgbClr val="C00000">
                <a:alpha val="45098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558073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graph showing the return of intensity&#10;&#10;AI-generated content may be incorrect.">
            <a:extLst>
              <a:ext uri="{FF2B5EF4-FFF2-40B4-BE49-F238E27FC236}">
                <a16:creationId xmlns:a16="http://schemas.microsoft.com/office/drawing/2014/main" id="{3DF582CE-16E6-7DC3-8F36-5BCE2002126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61957" y="309300"/>
            <a:ext cx="6239399" cy="6239399"/>
          </a:xfrm>
          <a:prstGeom prst="rect">
            <a:avLst/>
          </a:prstGeom>
        </p:spPr>
      </p:pic>
      <p:pic>
        <p:nvPicPr>
          <p:cNvPr id="8" name="Picture 7" descr="Longleaf Pine (Pinus palustris)">
            <a:extLst>
              <a:ext uri="{FF2B5EF4-FFF2-40B4-BE49-F238E27FC236}">
                <a16:creationId xmlns:a16="http://schemas.microsoft.com/office/drawing/2014/main" id="{DD4B68D5-9E3F-7072-38D0-5709B6A6F9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49037" y="3690322"/>
            <a:ext cx="1942963" cy="1557953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124,900+ Pine Needles Stock Photos, Pictures &amp; Royalty-Free Images - iStock  | Pine needles on white, Pine needles background, Pine needles isolated">
            <a:extLst>
              <a:ext uri="{FF2B5EF4-FFF2-40B4-BE49-F238E27FC236}">
                <a16:creationId xmlns:a16="http://schemas.microsoft.com/office/drawing/2014/main" id="{094FC7EA-02D4-219B-8C62-587BFE8A97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2506235">
            <a:off x="6294527" y="1616938"/>
            <a:ext cx="3112874" cy="162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DC3DD33-299B-B88C-A002-842183EEDAD8}"/>
              </a:ext>
            </a:extLst>
          </p:cNvPr>
          <p:cNvSpPr txBox="1"/>
          <p:nvPr/>
        </p:nvSpPr>
        <p:spPr>
          <a:xfrm>
            <a:off x="0" y="6581001"/>
            <a:ext cx="2265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Cannon et al. 2025 </a:t>
            </a:r>
            <a:r>
              <a:rPr lang="en-US" sz="1200" i="1" dirty="0"/>
              <a:t>Fire Ecology</a:t>
            </a:r>
            <a:endParaRPr lang="en-US" sz="1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EB07C9-3A20-2801-96FD-0202A29C0A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9891" y="142015"/>
            <a:ext cx="3800212" cy="2569515"/>
          </a:xfrm>
          <a:prstGeom prst="rect">
            <a:avLst/>
          </a:prstGeom>
        </p:spPr>
      </p:pic>
      <p:pic>
        <p:nvPicPr>
          <p:cNvPr id="7" name="Picture 6" descr="A tall tree with green leaves&#10;&#10;Description automatically generated">
            <a:extLst>
              <a:ext uri="{FF2B5EF4-FFF2-40B4-BE49-F238E27FC236}">
                <a16:creationId xmlns:a16="http://schemas.microsoft.com/office/drawing/2014/main" id="{F0E5DC09-4D25-3F7F-59E1-B15A8191E416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email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7359" y="-454331"/>
            <a:ext cx="5124598" cy="12685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0057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8457C-E907-DA53-AC87-E90965AD9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255881-6CA2-0945-5878-4BC5D626B258}"/>
              </a:ext>
            </a:extLst>
          </p:cNvPr>
          <p:cNvSpPr txBox="1"/>
          <p:nvPr/>
        </p:nvSpPr>
        <p:spPr>
          <a:xfrm>
            <a:off x="0" y="6581001"/>
            <a:ext cx="2265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Cannon et al. 2025 </a:t>
            </a:r>
            <a:r>
              <a:rPr lang="en-US" sz="1200" i="1" dirty="0"/>
              <a:t>Fire Ecology</a:t>
            </a:r>
            <a:endParaRPr lang="en-US" sz="12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91AE13F-F280-5B97-90D7-1A6E5126D1E3}"/>
              </a:ext>
            </a:extLst>
          </p:cNvPr>
          <p:cNvGrpSpPr/>
          <p:nvPr/>
        </p:nvGrpSpPr>
        <p:grpSpPr>
          <a:xfrm>
            <a:off x="92783" y="1662100"/>
            <a:ext cx="12099217" cy="3756924"/>
            <a:chOff x="351445" y="622571"/>
            <a:chExt cx="11634243" cy="361254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4699181-C7B8-F284-921C-9B59AD9F8774}"/>
                </a:ext>
              </a:extLst>
            </p:cNvPr>
            <p:cNvGrpSpPr/>
            <p:nvPr/>
          </p:nvGrpSpPr>
          <p:grpSpPr>
            <a:xfrm>
              <a:off x="351445" y="622571"/>
              <a:ext cx="11634243" cy="3612545"/>
              <a:chOff x="-5272321" y="622571"/>
              <a:chExt cx="17258010" cy="5358779"/>
            </a:xfrm>
          </p:grpSpPr>
          <p:pic>
            <p:nvPicPr>
              <p:cNvPr id="5" name="Picture 4" descr="A graph of different colored lines&#10;&#10;AI-generated content may be incorrect.">
                <a:extLst>
                  <a:ext uri="{FF2B5EF4-FFF2-40B4-BE49-F238E27FC236}">
                    <a16:creationId xmlns:a16="http://schemas.microsoft.com/office/drawing/2014/main" id="{35FC324F-C20E-C0CB-B99B-B55B054199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2535" t="63513" r="-1159" b="3292"/>
              <a:stretch>
                <a:fillRect/>
              </a:stretch>
            </p:blipFill>
            <p:spPr>
              <a:xfrm>
                <a:off x="6098440" y="622571"/>
                <a:ext cx="5887249" cy="5358779"/>
              </a:xfrm>
              <a:prstGeom prst="rect">
                <a:avLst/>
              </a:prstGeom>
            </p:spPr>
          </p:pic>
          <p:pic>
            <p:nvPicPr>
              <p:cNvPr id="6" name="Picture 5" descr="A graph of different colored lines&#10;&#10;AI-generated content may be incorrect.">
                <a:extLst>
                  <a:ext uri="{FF2B5EF4-FFF2-40B4-BE49-F238E27FC236}">
                    <a16:creationId xmlns:a16="http://schemas.microsoft.com/office/drawing/2014/main" id="{667766AB-AD38-B5D0-79BF-A570CDDDF4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2751" t="31695" r="-264" b="36248"/>
              <a:stretch>
                <a:fillRect/>
              </a:stretch>
            </p:blipFill>
            <p:spPr>
              <a:xfrm>
                <a:off x="480349" y="622571"/>
                <a:ext cx="5752670" cy="5175114"/>
              </a:xfrm>
              <a:prstGeom prst="rect">
                <a:avLst/>
              </a:prstGeom>
            </p:spPr>
          </p:pic>
          <p:pic>
            <p:nvPicPr>
              <p:cNvPr id="8" name="Picture 7" descr="A graph of different colored lines&#10;&#10;AI-generated content may be incorrect.">
                <a:extLst>
                  <a:ext uri="{FF2B5EF4-FFF2-40B4-BE49-F238E27FC236}">
                    <a16:creationId xmlns:a16="http://schemas.microsoft.com/office/drawing/2014/main" id="{B8822C8A-966A-38BD-733C-4374DCF3BA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2488" b="67943"/>
              <a:stretch>
                <a:fillRect/>
              </a:stretch>
            </p:blipFill>
            <p:spPr>
              <a:xfrm>
                <a:off x="-5272321" y="622571"/>
                <a:ext cx="5752670" cy="5175114"/>
              </a:xfrm>
              <a:prstGeom prst="rect">
                <a:avLst/>
              </a:prstGeom>
            </p:spPr>
          </p:pic>
        </p:grpSp>
        <p:pic>
          <p:nvPicPr>
            <p:cNvPr id="2" name="Picture 1" descr="A graph of different colored lines&#10;&#10;AI-generated content may be incorrect.">
              <a:extLst>
                <a:ext uri="{FF2B5EF4-FFF2-40B4-BE49-F238E27FC236}">
                  <a16:creationId xmlns:a16="http://schemas.microsoft.com/office/drawing/2014/main" id="{EAA30844-0EA5-7438-DB9C-6688AC7DF2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5296855" y="2841197"/>
              <a:ext cx="1598290" cy="8645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480371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3487E-BC37-4F2E-D39A-B80CBCAEC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F36604C-22AD-9E1D-0A62-6123C6C4FE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8396" y="515613"/>
            <a:ext cx="2866586" cy="286658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23ABE82-FD9B-D8F4-1135-5F216CFC40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894" y="508516"/>
            <a:ext cx="2912016" cy="291201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E743859-3B12-8C25-DEA3-22E2B069494A}"/>
              </a:ext>
            </a:extLst>
          </p:cNvPr>
          <p:cNvSpPr txBox="1"/>
          <p:nvPr/>
        </p:nvSpPr>
        <p:spPr>
          <a:xfrm>
            <a:off x="2317212" y="139184"/>
            <a:ext cx="2912016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Return intensity (post-burn)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7787B1-E824-32E7-79AA-8D92593BDA25}"/>
              </a:ext>
            </a:extLst>
          </p:cNvPr>
          <p:cNvSpPr txBox="1"/>
          <p:nvPr/>
        </p:nvSpPr>
        <p:spPr>
          <a:xfrm>
            <a:off x="6670137" y="171450"/>
            <a:ext cx="2912079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l-GR" dirty="0"/>
              <a:t>Δ</a:t>
            </a:r>
            <a:r>
              <a:rPr lang="en-US" dirty="0"/>
              <a:t>Return intensity (post-pre)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F1A3E7B-1B59-F749-E4F2-2419A31D93D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4F4F6"/>
              </a:clrFrom>
              <a:clrTo>
                <a:srgbClr val="F4F4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33916" y="3710519"/>
            <a:ext cx="2324167" cy="2531271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A5B8CEA1-E40E-D639-107E-B8816166A20A}"/>
              </a:ext>
            </a:extLst>
          </p:cNvPr>
          <p:cNvSpPr txBox="1"/>
          <p:nvPr/>
        </p:nvSpPr>
        <p:spPr>
          <a:xfrm>
            <a:off x="5170885" y="3415727"/>
            <a:ext cx="1814343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Random Forests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C892777-E923-2C5E-6A7E-EB4BD6ED35A5}"/>
              </a:ext>
            </a:extLst>
          </p:cNvPr>
          <p:cNvSpPr txBox="1"/>
          <p:nvPr/>
        </p:nvSpPr>
        <p:spPr>
          <a:xfrm>
            <a:off x="4588433" y="6072485"/>
            <a:ext cx="30086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l-GR" dirty="0"/>
              <a:t>crown scorch </a:t>
            </a:r>
            <a:r>
              <a:rPr lang="en-US" dirty="0"/>
              <a:t>~ </a:t>
            </a:r>
            <a:r>
              <a:rPr lang="el-GR" i="1" dirty="0"/>
              <a:t>I</a:t>
            </a:r>
            <a:r>
              <a:rPr lang="el-GR" baseline="-25000" dirty="0"/>
              <a:t>1</a:t>
            </a:r>
            <a:r>
              <a:rPr lang="el-GR" dirty="0"/>
              <a:t> + </a:t>
            </a:r>
            <a:r>
              <a:rPr lang="el-GR" i="1" dirty="0"/>
              <a:t>I</a:t>
            </a:r>
            <a:r>
              <a:rPr lang="el-GR" baseline="-25000" dirty="0"/>
              <a:t>2</a:t>
            </a:r>
            <a:r>
              <a:rPr lang="el-GR" dirty="0"/>
              <a:t> +</a:t>
            </a:r>
            <a:r>
              <a:rPr lang="en-US" dirty="0"/>
              <a:t> … + </a:t>
            </a:r>
            <a:r>
              <a:rPr lang="el-GR" i="1" dirty="0"/>
              <a:t>I</a:t>
            </a:r>
            <a:r>
              <a:rPr lang="el-GR" i="1" baseline="-25000" dirty="0"/>
              <a:t>n</a:t>
            </a:r>
            <a:endParaRPr lang="en-US" i="1" baseline="-25000" dirty="0"/>
          </a:p>
          <a:p>
            <a:pPr algn="ctr"/>
            <a:r>
              <a:rPr lang="en-US" dirty="0"/>
              <a:t>Boruta feature selection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13303C-26B8-1655-D70E-03D5245A4D46}"/>
              </a:ext>
            </a:extLst>
          </p:cNvPr>
          <p:cNvSpPr txBox="1"/>
          <p:nvPr/>
        </p:nvSpPr>
        <p:spPr>
          <a:xfrm>
            <a:off x="0" y="6581001"/>
            <a:ext cx="2265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Cannon et al. 2025 </a:t>
            </a:r>
            <a:r>
              <a:rPr lang="en-US" sz="1200" i="1" dirty="0"/>
              <a:t>Fire Ecology</a:t>
            </a:r>
            <a:endParaRPr lang="en-US" sz="1200" dirty="0"/>
          </a:p>
        </p:txBody>
      </p:sp>
      <p:pic>
        <p:nvPicPr>
          <p:cNvPr id="5" name="Picture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21041AF6-A556-3457-5BD2-63C85B2E7D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35" t="63513" r="-1159" b="3292"/>
          <a:stretch>
            <a:fillRect/>
          </a:stretch>
        </p:blipFill>
        <p:spPr>
          <a:xfrm>
            <a:off x="9668459" y="380288"/>
            <a:ext cx="2174291" cy="1979116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DA4BDF7-BB0D-DE2E-9711-0BBA5E809B12}"/>
              </a:ext>
            </a:extLst>
          </p:cNvPr>
          <p:cNvCxnSpPr>
            <a:cxnSpLocks/>
          </p:cNvCxnSpPr>
          <p:nvPr/>
        </p:nvCxnSpPr>
        <p:spPr>
          <a:xfrm flipV="1">
            <a:off x="8489950" y="2451157"/>
            <a:ext cx="1320800" cy="4888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65C0FA8-7468-070B-5CF4-BEE2C40EA216}"/>
              </a:ext>
            </a:extLst>
          </p:cNvPr>
          <p:cNvSpPr txBox="1"/>
          <p:nvPr/>
        </p:nvSpPr>
        <p:spPr>
          <a:xfrm>
            <a:off x="9080373" y="2662471"/>
            <a:ext cx="1191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difference</a:t>
            </a: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6FB3DD22-0D1A-E71C-37E3-5869284D5090}"/>
              </a:ext>
            </a:extLst>
          </p:cNvPr>
          <p:cNvSpPr/>
          <p:nvPr/>
        </p:nvSpPr>
        <p:spPr>
          <a:xfrm rot="18000000">
            <a:off x="4386403" y="3429022"/>
            <a:ext cx="615950" cy="87956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78B99306-8208-F99C-416A-A6879BAE68B3}"/>
              </a:ext>
            </a:extLst>
          </p:cNvPr>
          <p:cNvSpPr/>
          <p:nvPr/>
        </p:nvSpPr>
        <p:spPr>
          <a:xfrm rot="2700000">
            <a:off x="7065321" y="3499993"/>
            <a:ext cx="615950" cy="87956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3435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C262EAD-8DFE-44AB-7BEC-B8AEDB288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39" y="523469"/>
            <a:ext cx="10717121" cy="5811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964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818</TotalTime>
  <Words>64</Words>
  <Application>Microsoft Office PowerPoint</Application>
  <PresentationFormat>Widescreen</PresentationFormat>
  <Paragraphs>14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Joseph W. Jones Ecological Research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Jeffery Cannon</dc:creator>
  <cp:lastModifiedBy>Jeffery Cannon</cp:lastModifiedBy>
  <cp:revision>10</cp:revision>
  <dcterms:created xsi:type="dcterms:W3CDTF">2025-07-02T12:49:07Z</dcterms:created>
  <dcterms:modified xsi:type="dcterms:W3CDTF">2026-09-04T16:56:03Z</dcterms:modified>
</cp:coreProperties>
</file>